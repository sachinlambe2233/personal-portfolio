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G Jory" charset="1" panose="02000000000000000000"/>
      <p:regular r:id="rId16"/>
    </p:embeddedFont>
    <p:embeddedFont>
      <p:font typeface="League Spartan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59261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680067" y="-251105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680067" y="5916642"/>
            <a:ext cx="11358750" cy="220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 Responsive Web Development Project by Sachin Lambe</a:t>
            </a:r>
          </a:p>
          <a:p>
            <a:pPr algn="ctr">
              <a:lnSpc>
                <a:spcPts val="5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192566" y="7400958"/>
            <a:ext cx="7902868" cy="142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Computer Engineering (2nd Year) </a:t>
            </a:r>
          </a:p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NMIET, Pune</a:t>
            </a:r>
          </a:p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Web Development Lab Project</a:t>
            </a:r>
          </a:p>
          <a:p>
            <a:pPr algn="ctr">
              <a:lnSpc>
                <a:spcPts val="372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71179" y="2070379"/>
            <a:ext cx="13244758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b="true" sz="83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PERSONAL PORTFOLIO WEBSITE</a:t>
            </a:r>
          </a:p>
          <a:p>
            <a:pPr algn="ctr">
              <a:lnSpc>
                <a:spcPts val="1001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84342" y="1722935"/>
            <a:ext cx="17319316" cy="6841130"/>
          </a:xfrm>
          <a:custGeom>
            <a:avLst/>
            <a:gdLst/>
            <a:ahLst/>
            <a:cxnLst/>
            <a:rect r="r" b="b" t="t" l="l"/>
            <a:pathLst>
              <a:path h="6841130" w="17319316">
                <a:moveTo>
                  <a:pt x="0" y="0"/>
                </a:moveTo>
                <a:lnTo>
                  <a:pt x="17319316" y="0"/>
                </a:lnTo>
                <a:lnTo>
                  <a:pt x="17319316" y="6841130"/>
                </a:lnTo>
                <a:lnTo>
                  <a:pt x="0" y="684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66795" y="1664023"/>
            <a:ext cx="13474705" cy="7074220"/>
          </a:xfrm>
          <a:custGeom>
            <a:avLst/>
            <a:gdLst/>
            <a:ahLst/>
            <a:cxnLst/>
            <a:rect r="r" b="b" t="t" l="l"/>
            <a:pathLst>
              <a:path h="7074220" w="13474705">
                <a:moveTo>
                  <a:pt x="0" y="0"/>
                </a:moveTo>
                <a:lnTo>
                  <a:pt x="13474705" y="0"/>
                </a:lnTo>
                <a:lnTo>
                  <a:pt x="13474705" y="7074220"/>
                </a:lnTo>
                <a:lnTo>
                  <a:pt x="0" y="7074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53048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3" y="0"/>
                </a:lnTo>
                <a:lnTo>
                  <a:pt x="7360133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263892"/>
            <a:ext cx="18034196" cy="6965708"/>
          </a:xfrm>
          <a:custGeom>
            <a:avLst/>
            <a:gdLst/>
            <a:ahLst/>
            <a:cxnLst/>
            <a:rect r="r" b="b" t="t" l="l"/>
            <a:pathLst>
              <a:path h="6965708" w="18034196">
                <a:moveTo>
                  <a:pt x="0" y="0"/>
                </a:moveTo>
                <a:lnTo>
                  <a:pt x="18034196" y="0"/>
                </a:lnTo>
                <a:lnTo>
                  <a:pt x="18034196" y="6965708"/>
                </a:lnTo>
                <a:lnTo>
                  <a:pt x="0" y="6965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9089" y="1028700"/>
            <a:ext cx="17528901" cy="7822272"/>
          </a:xfrm>
          <a:custGeom>
            <a:avLst/>
            <a:gdLst/>
            <a:ahLst/>
            <a:cxnLst/>
            <a:rect r="r" b="b" t="t" l="l"/>
            <a:pathLst>
              <a:path h="7822272" w="17528901">
                <a:moveTo>
                  <a:pt x="0" y="0"/>
                </a:moveTo>
                <a:lnTo>
                  <a:pt x="17528901" y="0"/>
                </a:lnTo>
                <a:lnTo>
                  <a:pt x="17528901" y="7822272"/>
                </a:lnTo>
                <a:lnTo>
                  <a:pt x="0" y="7822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37075" y="1327541"/>
            <a:ext cx="14926327" cy="7034032"/>
          </a:xfrm>
          <a:custGeom>
            <a:avLst/>
            <a:gdLst/>
            <a:ahLst/>
            <a:cxnLst/>
            <a:rect r="r" b="b" t="t" l="l"/>
            <a:pathLst>
              <a:path h="7034032" w="14926327">
                <a:moveTo>
                  <a:pt x="0" y="0"/>
                </a:moveTo>
                <a:lnTo>
                  <a:pt x="14926327" y="0"/>
                </a:lnTo>
                <a:lnTo>
                  <a:pt x="14926327" y="7034031"/>
                </a:lnTo>
                <a:lnTo>
                  <a:pt x="0" y="703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15078" y="725150"/>
            <a:ext cx="16857844" cy="8344633"/>
          </a:xfrm>
          <a:custGeom>
            <a:avLst/>
            <a:gdLst/>
            <a:ahLst/>
            <a:cxnLst/>
            <a:rect r="r" b="b" t="t" l="l"/>
            <a:pathLst>
              <a:path h="8344633" w="16857844">
                <a:moveTo>
                  <a:pt x="0" y="0"/>
                </a:moveTo>
                <a:lnTo>
                  <a:pt x="16857844" y="0"/>
                </a:lnTo>
                <a:lnTo>
                  <a:pt x="16857844" y="8344633"/>
                </a:lnTo>
                <a:lnTo>
                  <a:pt x="0" y="8344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69548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42103" y="1578967"/>
            <a:ext cx="17869783" cy="5740668"/>
          </a:xfrm>
          <a:custGeom>
            <a:avLst/>
            <a:gdLst/>
            <a:ahLst/>
            <a:cxnLst/>
            <a:rect r="r" b="b" t="t" l="l"/>
            <a:pathLst>
              <a:path h="5740668" w="17869783">
                <a:moveTo>
                  <a:pt x="0" y="0"/>
                </a:moveTo>
                <a:lnTo>
                  <a:pt x="17869783" y="0"/>
                </a:lnTo>
                <a:lnTo>
                  <a:pt x="17869783" y="5740668"/>
                </a:lnTo>
                <a:lnTo>
                  <a:pt x="0" y="5740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4684660" y="-285589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147408" y="1284036"/>
            <a:ext cx="13061557" cy="6432817"/>
          </a:xfrm>
          <a:custGeom>
            <a:avLst/>
            <a:gdLst/>
            <a:ahLst/>
            <a:cxnLst/>
            <a:rect r="r" b="b" t="t" l="l"/>
            <a:pathLst>
              <a:path h="6432817" w="13061557">
                <a:moveTo>
                  <a:pt x="0" y="0"/>
                </a:moveTo>
                <a:lnTo>
                  <a:pt x="13061557" y="0"/>
                </a:lnTo>
                <a:lnTo>
                  <a:pt x="13061557" y="6432816"/>
                </a:lnTo>
                <a:lnTo>
                  <a:pt x="0" y="6432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24888"/>
            <a:ext cx="16995198" cy="6288223"/>
          </a:xfrm>
          <a:custGeom>
            <a:avLst/>
            <a:gdLst/>
            <a:ahLst/>
            <a:cxnLst/>
            <a:rect r="r" b="b" t="t" l="l"/>
            <a:pathLst>
              <a:path h="6288223" w="16995198">
                <a:moveTo>
                  <a:pt x="0" y="0"/>
                </a:moveTo>
                <a:lnTo>
                  <a:pt x="16995198" y="0"/>
                </a:lnTo>
                <a:lnTo>
                  <a:pt x="16995198" y="6288223"/>
                </a:lnTo>
                <a:lnTo>
                  <a:pt x="0" y="6288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DAHGSPyLesU</dc:identifier>
  <dcterms:modified xsi:type="dcterms:W3CDTF">2011-08-01T06:04:30Z</dcterms:modified>
  <cp:revision>1</cp:revision>
  <dc:title>Personal Portfolio Website</dc:title>
</cp:coreProperties>
</file>